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35324"/>
            <a:ext cx="12191695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A72"/>
                </a:solidFill>
                <a:latin typeface="JetBrains Mono"/>
              </a:rPr>
              <a:t>DATALENS · AI   ·   END-SEMESTER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0A0A0A"/>
                </a:solidFill>
                <a:latin typeface="Inter"/>
              </a:rPr>
              <a:t>DataLens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D8A72"/>
                </a:solidFill>
                <a:latin typeface="Inter"/>
              </a:rPr>
              <a:t>Read the signal in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An offline-first, evidence-backed dataset analyser.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Prof. Kishor Pathak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TEAM  ·  GROUP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Parth Birari   ·  54 / IT D / 1251130415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Parth Dongre   ·  54 / IT D / 1251130421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Aryan Patil    ·  55 / IT D / 1251130411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Inter"/>
              </a:rPr>
              <a:t>•  Atharv Patil   ·  56 / IT D / 1251130441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1055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D8A72"/>
                </a:solidFill>
                <a:latin typeface="JetBrains Mono"/>
              </a:rP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055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0A0A0A"/>
                </a:solidFill>
                <a:latin typeface="Inter"/>
              </a:rPr>
              <a:t>Vishwakarma Institute of Technology, 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1055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Inter"/>
              </a:rPr>
              <a:t>Department of Information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1055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JetBrains Mono"/>
              </a:rPr>
              <a:t>Date: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this deck walks 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Introduction &amp; Motivation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Problem Statement &amp; Research Gaps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Objectives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System Architecture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Modules &amp; Algorithms (33 in total)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Demo: end-to-end pipeline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Live Component Audit (72 / 72 passing)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Visual Outputs: charts + PDF whitepaper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Comparison with Existing Tools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Limitations &amp; Future Work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Conclusion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D8A72"/>
                </a:solidFill>
                <a:latin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A0A0A"/>
                </a:solidFill>
                <a:latin typeface="Inter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we built and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DataLens AI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An offline-first dataset analyser that turns any CSV / TSV / Excel / JSON into a structured report — no manual coding required.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Six-phase Python pipeline: ingest → quality → statistics → modeling → time-series + text → drift, plus charts, PDF, and an agentic Q&amp;A layer.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Two user surfaces: a React dashboard at :5173 with 17 tabs, and a Streamlit step-by-step visual console at :8501.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All ML and stats run locally; LLM responses use Ollama (local or cloud) with a TF-IDF + heuristic fallback when no model is reachable.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Outputs: a 17-tab interactive dashboard, a 26-page typeset PDF whitepaper, a multi-page dataset PDF report, and a chat-style Q&amp;A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was wrong with the status quo.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Data analysis still requires Python / SQL coding or expensive licensed tools (Tableau, Power BI Pro, JMP).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Existing automated tools (pandas-profiling, ydata-profiling) cover profiling but stop short of ML readiness, drift detection, and SHAP.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Online AI tools (ChatGPT Code Interpreter, Julius AI) raise hard privacy concerns — data leaves the machine.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Most outputs are descriptive, not explainable: the analyst sees correlations but not causal feature importance.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Real-world datasets are messy: encoding mismatches, mixed types, dirty timestamps. Most tools assume clean data.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No single tool combines automation + explainability + offline operation in a single click-through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The gap we set out to close.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Build a single, automated, offline-first system that takes any tabular dataset and produces a complete analytical report in under one minute.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The system must run entirely locally: no API keys, no cloud uploads, no data leaves the machine.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It must be honest: every claim must be traceable to a named algorithm and an underlying numeric result, not generated text.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It must be explainable: every model decision must be tied back to the input features that produced it (SHAP / permutation importance).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It must be robust to messy data: encoding mismatches, missing values, mixed dtypes, timestamps in different formats.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Research Gaps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existing tools miss, and what DataLens adds.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Existing tools — what's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Profiling-only depth (no ML, no drift, no SHAP)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Closed-source, cloud-only LLM inference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Black-box recommendations with no math behind them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Single chart per relationship — no chart planner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No reproducibility: outputs differ between runs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No per-row anomaly attribution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DataLens fills these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33 modules covering profile → ML → SHAP → drift → text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Local Ollama with optional Ollama Cloud free-tier fallback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Every signal carries evidence + recommendation strings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20+ chart types planned by role-aware planner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Deterministic random_state seeds across all phases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Anomaly ensemble: IsoForest + LOF + MAD + Mahalanobis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we promised to deliver.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Auto-detect column roles, dtypes, and dataset signals without user input.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Produce a 0–100 health score and a 0–100 ML-readiness score with clear sub-component breakdowns.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Run a cross-validated ML leaderboard for any user-supplied target column, classification or regression.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Generate global + per-row SHAP attributions for the leaderboard winner.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Detect time-series structure and run ADF + KPSS stationarity, STL decomposition, and Holt–Winters forecasting.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Compute population-stability-index (PSI) drift between two datasets or two halves of one dataset.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Produce a styled, multi-page PDF report and a 17-tab React dashboard from the same JSON payload.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Expose a chat-style Q&amp;A interface grounded in the analysis result via RAG over the fact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D8A72"/>
                </a:solidFill>
                <a:latin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A0A0A"/>
                </a:solidFill>
                <a:latin typeface="Inter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Architecture, modules, and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Six-phase pipeline · 33 modules · parallel where safe.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32807" y="914400"/>
            <a:ext cx="2926080" cy="7315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2807" y="914400"/>
            <a:ext cx="73152" cy="73152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687" y="1005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React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687" y="1325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Vite · Tailwind · Highcharts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2807" y="2286000"/>
            <a:ext cx="2926080" cy="7315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2807" y="22860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5687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JSON contract on :5055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2807" y="3657600"/>
            <a:ext cx="2926080" cy="7315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2807" y="3657600"/>
            <a:ext cx="73152" cy="73152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687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Inter"/>
              </a:rPr>
              <a:t>run_full_analysis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687" y="4069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JetBrains Mono"/>
              </a:rPr>
              <a:t>modules/pipeline.py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1772869" cy="4572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D8A72"/>
                </a:solidFill>
                <a:latin typeface="JetBrains Mono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Ingest
load→profile→roles
→signals→selector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7229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7229" y="4754880"/>
            <a:ext cx="1772869" cy="45720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8669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F7A4D"/>
                </a:solidFill>
                <a:latin typeface="JetBrains Mono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8669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Quality
health · ML readiness
· advanced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1538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31538" y="4754880"/>
            <a:ext cx="1772869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2978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JetBrains Mono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978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Parallel
deep-stats · anomalies
time-series ·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5847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7" y="4754880"/>
            <a:ext cx="1772869" cy="45720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7287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47A09"/>
                </a:solidFill>
                <a:latin typeface="JetBrains Mono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ML Chain
leaderboard
→ explainability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60156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60156" y="4754880"/>
            <a:ext cx="1772869" cy="4572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1596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D8A72"/>
                </a:solidFill>
                <a:latin typeface="JetBrains Mono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1596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Reporting
cleaning · charts
· PDF report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4465" y="4754880"/>
            <a:ext cx="1772869" cy="13716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24465" y="4754880"/>
            <a:ext cx="1772869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5905" y="4892040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JetBrains Mono"/>
              </a:rPr>
              <a:t>PHASE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5905" y="5166360"/>
            <a:ext cx="158998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Inter"/>
              </a:rPr>
              <a:t>Agentic
brief · RAG
· LLM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The 33 Analytical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each module category contributes to the final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5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loader · profiler · roles · signals · selector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6533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6533" y="2286000"/>
            <a:ext cx="2625013" cy="54864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9413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9413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5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9413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health · ML readiness · advanced · signals · cleaner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2286000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027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deep_statistics_v2 · anomaly_ensemble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3761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3761" y="2286000"/>
            <a:ext cx="2625013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6641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6641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641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model_leaderboard · explainability (SHAP)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977639"/>
            <a:ext cx="262501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TIME &amp;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time_series · text_profile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6533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6533" y="3977639"/>
            <a:ext cx="262501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9413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9413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1 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9413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drift_analysis (PSI + KS + chi²)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0147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0147" y="3977639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3027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REPORTING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3027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3 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027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chart_planner · visualizer · pdf_report_builder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63761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63761" y="3977639"/>
            <a:ext cx="262501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6641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AGENTIC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6641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4 modules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6641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frontend_api · agent_brief · rag_index · ai_agent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Two scores out of 100, four sub-components.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Health score = 0.30·completeness + 0.20·consistency + 0.20·uniqueness + 0.20·outlier safety + 10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Completeness = 100 − mean missing %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Outlier safety uses 1.5× IQR fences — share of numeric cells inside the safe band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ML readiness penalises missing %, duplicate %, and encoding load (categorical column count)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Auto-cleaner: median impute numerics, mode impute categoricals, dedupe rows, coerce dtypes — every action tagged Low / Medium / High risk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Signal engine converts the per-component scores into severity-tagged signal cards with evidence + recommendation 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Deep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Bivariate tests and outlier ensembles.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Numeric pairs: Pearson r + Spearman ρ + Kendall τ with p-values; sorted by |r|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Categorical pairs: Cramér's V (normalised χ² in [0,1]) — bounded, comparable across cardinalities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Numeric vs categorical: point-biserial for binary; Kruskal–Wallis for multi-group, with η² effect size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Per-column normality: Shapiro–Wilk (n ≤ 5000) + D'Agostino–Pearson + Anderson–Darling, with consensus verdict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Distribution fit: AIC across norm, lognorm, expon, gamma, weibull_min, beta — leaderboard returned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Bootstrap 95% CIs for mean and median via BCa (scipy.stats.bootstrap), 999 resamples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Outlier flags: IQR + classical z (|z|&gt;3) + robust MAD-z (|z|&gt;3.5) reported separately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Pairwise budget capped via max_pairs to keep runtime O(k) on wide datasets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Anomaly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Five independent detectors, mean-rank averaged.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Isolation Forest (Liu, Ting, Zhou 2008) — recursive partition depth as anomaly score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Local Outlier Factor (Breunig et al. 2000) — local density vs neighbourhood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Robust z-score via MAD — coordinate-wise median absolute deviation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Mahalanobis distance with shrinkage covariance (MinCovDet)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EllipticEnvelope — robust Gaussian envelope with contamination prior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Optional pyod ECOD + COPOD when pyod is installed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Each detector emits [0,1] after min-max normalisation; ensemble = column-wise mean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Rows above ensemble threshold (default 0.6) are flagged and surfaced in the Anomalies tab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Modeling +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Cross-validated leaderboard with an honest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Classification: LogisticRegression, KNN, RandomForest, GradientBoosting, XGB, LGBM + Dummy floor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Regression: Ridge, Lasso, KNN, RandomForest, GradientBoosting, XGB, LGBM + Dummy floor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Stratified 5-fold CV (classification) or KFold-5 (regression); folds capped by smallest class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Primary metrics: F1-weighted (classification) · R² (regression); also reports MAE, RMSE, accuracy, precision, recall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Winner refit on full train, then validated on held-out 25% slice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SHAP TreeExplainer for tree models, LinearExplainer for linear leaders, PermutationImportance fallback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Three SHAP properties verified: local accuracy, missingness, consistency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Per-row attributions stored for the top-3 most-extreme test rows for the dashboard's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Time-series &amp;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Stationarity, decomposition, forecasting; vocabulary + n-grams.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Date detection: name regex + ≥70% parse rate + monotonicity score; FFT picks the dominant period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Stationarity: ADF (rejects H0 → stationary) + KPSS (rejects H0 → non-stationary) cross-checked into 4 verdicts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STL decomposition (Cleveland 1990); strength-of-trend / seasonality via Hyndman formulation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Forecasting: Holt–Winters additive vs naive last-value baseline on 80/20 train-test split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Text columns identified by 30%+ multi-token rate, mean length ≥ 8, not ID-like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Per-text-column stats: vocabulary size, type-token ratio, mean sentence length, top-15 unigrams + bigrams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Regex hits: emails, URLs, phone numbers, mentions, hashtags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NLTK English stopwords when available; dtype-driven everywhere else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Has the data changed? PSI + KS + χ².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Population Stability Index (PSI): bin via reference quantiles, sum (p_cur − p_ref) · log(p_cur/p_ref)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PSI cut-offs: &lt; 0.10 stable · 0.10–0.25 minor · 0.25–0.50 moderate · ≥ 0.50 severe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Two-sample Kolmogorov–Smirnov complements PSI for subtle continuous shifts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Categorical drift: same PSI on observed proportions + chi-square test of independence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Per-column severity aggregated into overall verdict: stable / minor / moderate / severe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Robustness fix: float64 coerce before np.quantile (newer numpy refuses to subtract bool arrays)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Methodology · Agentic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Grounded LLM Q&amp;A over the analysis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Dataset brief: ~9KB JSON packed from the result — schema, signals, ML headlines, top correlations, sample rows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Fact index: flattens every analysis path-value pair into atomic Fact objects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Embedding backend: Ollama nomic-embed-text (parallel-batched, ~9s for 1300 facts) → cosine top-k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Fallback: TF-IDF over the same corpus (~17ms for 1300 facts) — used in tests and CI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Agent loop: planner → executor → critic → writer (full mode) or single writer call (fast mode, default)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Tools the agent can call: get_dataset_brief, rank_columns_by_missing, get_anomaly_top_rows, get_leaderboard, etc.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Backends: Ollama Cloud (gpt-oss:120b-cloud, free tier, ~1–2s) → local Ollama → OpenRouter → heuristic fallback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If all four fail: deterministic writer surfaces retrieved facts directly, labelled 'no LLM endpoint reachable'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D8A72"/>
                </a:solidFill>
                <a:latin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A0A0A"/>
                </a:solidFill>
                <a:latin typeface="Inte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Live audit, demos, and visual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Live Component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Every module exercised against three demo datasets right before this deck was generated.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Per-module probes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6533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6533" y="2286000"/>
            <a:ext cx="262501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9413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9413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9413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classification + regression + no-target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2286000"/>
            <a:ext cx="2625013" cy="54864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027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TOTAL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24 × 3 datasets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3761" y="2286000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3761" y="2286000"/>
            <a:ext cx="2625013" cy="54864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6641" y="246888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PASS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6641" y="269748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641" y="333756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72 / 72 passing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977639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PIPELINE MEDIAN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5.2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no target supplied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6533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6533" y="3977639"/>
            <a:ext cx="2625013" cy="54864"/>
          </a:xfrm>
          <a:prstGeom prst="rect">
            <a:avLst/>
          </a:prstGeom>
          <a:solidFill>
            <a:srgbClr val="C47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9413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ML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9413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~30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9413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leaderboard + SHAP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0147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0147" y="3977639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3027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WHITEPAPER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3027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26 pages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027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Auto-built LaTeX → 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63761" y="3977639"/>
            <a:ext cx="2625013" cy="14630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63761" y="3977639"/>
            <a:ext cx="2625013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6641" y="4160520"/>
            <a:ext cx="225925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JetBrains Mono"/>
              </a:rPr>
              <a:t>CHARTS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6641" y="4389120"/>
            <a:ext cx="225925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Inter"/>
              </a:rPr>
              <a:t>20+ types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6641" y="5029200"/>
            <a:ext cx="22592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Per-dataset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Demo Datasets — 17 in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Each tuned to highlight a specific cluster of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customer_churn, real_estate, ecommerce_transactions, financial_transactions — full ML stack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wine_quality, manufacturing_qc, employee_attrition, dirty_marketing — quality + cleaning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iot_sensor_readings, bike_sharing, financial_transactions — time-series detection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support_tickets, medical_records, survey_responses — text profile + NLP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insurance_claims, flight_delays — anomaly ensemble + drift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9 additional generated datasets covering fairness, leakage, imbalanced classes, kitchen-sink roles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Generators in demo_datasets/generate.py and demo_datasets/generate_more_datasets.py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All 17 verified by demo_datasets/verify.py with a recommended target column per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Visual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the user actually sees and downloads.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In-app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17-tab React report (Overview, Profile, Statistics, Anomalies, ML Lab, SHAP, Time-series, Text, Drift, Charts, etc.)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20+ chart types per analysis, role-aware planner-driven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Click-to-fullscreen lightbox on every chart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Markdown-rendered LLM responses in chat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Live progress timeline in Streamlit console (:8501)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Editorial dark theme: cream + teal on near-black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Downloadable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Cleaned CSV (auto-cleaner output)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Multi-page styled PDF dataset report (~1.4 MB)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26-page LaTeX whitepaper with embedded charts (~2 MB)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Component test manifest as JSON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Per-run static chart PNGs in /static/charts/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Each PDF has cover, KPI tiles, contents, and visual evidence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Comparison · DataLens vs Existing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Where DataLens wins, and where it doesn't (yet).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501487" cy="54864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DataLens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Offline-first; runs without internet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33 modules covering 8 analysis categories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Built-in SHAP + permutation importance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Built-in PSI / KS drift detection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Multi-detector anomaly ensemble (5–7 detectors)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Auto-generated PDF report + LaTeX whitepaper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Local LLM agent with TF-IDF fallback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Total project size: 1.2 GB (mostly venv + node_modules)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2286000"/>
            <a:ext cx="5501487" cy="402336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2286000"/>
            <a:ext cx="550148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Inter"/>
              </a:rPr>
              <a:t>ydata-profiling / pandas-profiling / Evidently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26080"/>
            <a:ext cx="513572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Profiling depth comparable, but no SHAP, no leaderboard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Evidently does drift well, but no profiling, no LLM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ydata is single-file HTML — no tabbed navigation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None of them have a chat-style Q&amp;A interface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None auto-generate a typeset academic-style PDF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None bundle Auto-cleaner + ML Lab + Drift in one tool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Most rely on cloud APIs for the AI summary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Inter"/>
              </a:rPr>
              <a:t>•  AutoML (auto-sklearn, h2o.ai) doesn't profile or explain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DataLens does NOT do well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Modeling depth: leaderboard runs default hyperparameters with no automated tuning — treat as baseline, not state-of-art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No persistent drift baseline — drift compares against a 50/50 row split rather than a stored historical reference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Causality: every relationship reported is associational; no causal inference framework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LLM grounding: agent re-call into pandas isn't yet supported, so questions outside the brief fall back to RAG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Memory bound: pipeline holds the entire dataset in RAM. Datasets &gt;1M rows hit the deep-stats and leaderboard phases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Internationalisation: text profile uses NLTK English stopwords; non-English NLP is dtype-driven only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No real-time / streaming support; the pipeline is one-shot per upload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Where v4 should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Persistent drift baselines — store a 'time-zero' snapshot per dataset and compute drift against it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Streaming / sampled variants of deep stats and anomaly ensemble for &gt;1M-row datasets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Hyperparameter tuning with Optuna (already a dep) for the leaderboard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Causal inference module: DoWhy or EconML on declared treatment + outcome columns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LLM agent re-call: let the writer execute pandas snippets when retrieval is empty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Multilingual NLP: detect text language, swap stopwords, language-aware tokenisation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Production observability: Loguru → JSON logs, Prometheus metrics, latency SLOs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Vercel + Railway deployment so the demo runs without a local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What this project demonstrates.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DataLens AI is a complete, offline-first, evidence-backed dataset analyser — built end-to-end in one semester.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It demonstrates working integration of profiling, deep statistics, anomaly detection, ML modeling, SHAP, time-series, drift, and an LLM agent in a single coherent pipeline.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Every analytical claim in the system traces back to a named algorithm and a concrete numeric result — no generated text, no hallucinated metrics.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The 72 / 72 component audit and the 26-page auto-generated whitepaper give us confidence the system behaves as documented.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The project is delivered: source, demo datasets, whitepaper, dashboard, PDF report, all in one repo, runnable with a single ./run.sh command.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D8A72"/>
                </a:solidFill>
                <a:latin typeface="JetBrains Mono"/>
              </a:rPr>
              <a:t>DATALENS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  <a:latin typeface="Inter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Algorithmic foundations cited in the codebase and the whitepaper.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280160" cy="36576"/>
          </a:xfrm>
          <a:prstGeom prst="rect">
            <a:avLst/>
          </a:prstGeom>
          <a:solidFill>
            <a:srgbClr val="0D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Lundberg &amp; Lee (2017). A Unified Approach to Interpreting Model Predictions. NeurIPS.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Breiman (2001). Random Forests. Machine Learning 45(1).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Liu, Ting, Zhou (2008). Isolation Forest. ICDM.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Breunig et al. (2000). LOF: Identifying Density-Based Local Outliers. SIGMOD.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Cleveland et al. (1990). STL: A Seasonal-Trend Decomposition Procedure Based on Loess.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Hyndman &amp; Athanasopoulos (2018). Forecasting: Principles and Practice (2nd ed.).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Dickey &amp; Fuller (1979). Distribution of the Estimators for Autoregressive Time Series with a Unit Root.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Kwiatkowski, Phillips, Schmidt, Shin (1992). KPSS test for stationarity.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Shapley (1953). A Value for n-Person Games.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333333"/>
                </a:solidFill>
                <a:latin typeface="Inter"/>
              </a:rPr>
              <a:t>•  Cramér (1946). Mathematical Methods of Statistics.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85855" cy="914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JetBrains Mono"/>
              </a:rPr>
              <a:t>DataLens AI  ·  End-Semester Review  ·  Group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3333"/>
                </a:solidFill>
                <a:latin typeface="JetBrains Mono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0A0A0A"/>
                </a:solidFill>
                <a:latin typeface="Inter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D8A72"/>
                </a:solidFill>
                <a:latin typeface="Inter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JetBrains Mono"/>
              </a:rPr>
              <a:t>github · ./run.sh · 17-tab dashboard at :5173 · console at 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